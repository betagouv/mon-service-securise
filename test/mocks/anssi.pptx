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10071100" cy="56642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93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imes New Roman"/>
      </a:defRPr>
    </a:lvl1pPr>
    <a:lvl2pPr marL="0" marR="0" indent="457200" algn="l" defTabSz="457200" rtl="0" fontAlgn="auto" latinLnBrk="0" hangingPunct="0">
      <a:lnSpc>
        <a:spcPct val="93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imes New Roman"/>
      </a:defRPr>
    </a:lvl2pPr>
    <a:lvl3pPr marL="0" marR="0" indent="914400" algn="l" defTabSz="457200" rtl="0" fontAlgn="auto" latinLnBrk="0" hangingPunct="0">
      <a:lnSpc>
        <a:spcPct val="93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imes New Roman"/>
      </a:defRPr>
    </a:lvl3pPr>
    <a:lvl4pPr marL="0" marR="0" indent="1371600" algn="l" defTabSz="457200" rtl="0" fontAlgn="auto" latinLnBrk="0" hangingPunct="0">
      <a:lnSpc>
        <a:spcPct val="93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imes New Roman"/>
      </a:defRPr>
    </a:lvl4pPr>
    <a:lvl5pPr marL="0" marR="0" indent="1828800" algn="l" defTabSz="457200" rtl="0" fontAlgn="auto" latinLnBrk="0" hangingPunct="0">
      <a:lnSpc>
        <a:spcPct val="93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imes New Roman"/>
      </a:defRPr>
    </a:lvl5pPr>
    <a:lvl6pPr marL="0" marR="0" indent="0" algn="l" defTabSz="457200" rtl="0" fontAlgn="auto" latinLnBrk="0" hangingPunct="0">
      <a:lnSpc>
        <a:spcPct val="93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imes New Roman"/>
      </a:defRPr>
    </a:lvl6pPr>
    <a:lvl7pPr marL="0" marR="0" indent="0" algn="l" defTabSz="457200" rtl="0" fontAlgn="auto" latinLnBrk="0" hangingPunct="0">
      <a:lnSpc>
        <a:spcPct val="93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imes New Roman"/>
      </a:defRPr>
    </a:lvl7pPr>
    <a:lvl8pPr marL="0" marR="0" indent="0" algn="l" defTabSz="457200" rtl="0" fontAlgn="auto" latinLnBrk="0" hangingPunct="0">
      <a:lnSpc>
        <a:spcPct val="93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imes New Roman"/>
      </a:defRPr>
    </a:lvl8pPr>
    <a:lvl9pPr marL="0" marR="0" indent="0" algn="l" defTabSz="457200" rtl="0" fontAlgn="auto" latinLnBrk="0" hangingPunct="0">
      <a:lnSpc>
        <a:spcPct val="93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imes New Roman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ECDD"/>
          </a:solidFill>
        </a:fill>
      </a:tcStyle>
    </a:wholeTbl>
    <a:band2H>
      <a:tcTxStyle b="def" i="def"/>
      <a:tcStyle>
        <a:tcBdr/>
        <a:fill>
          <a:solidFill>
            <a:srgbClr val="E6F6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" name="Shape 2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1pPr>
    <a:lvl2pPr indent="228600" defTabSz="4572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2pPr>
    <a:lvl3pPr indent="457200" defTabSz="4572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3pPr>
    <a:lvl4pPr indent="685800" defTabSz="4572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4pPr>
    <a:lvl5pPr indent="914400" defTabSz="4572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5pPr>
    <a:lvl6pPr indent="1143000" defTabSz="4572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6pPr>
    <a:lvl7pPr indent="1371600" defTabSz="4572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7pPr>
    <a:lvl8pPr indent="1600200" defTabSz="4572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8pPr>
    <a:lvl9pPr indent="1828800" defTabSz="4572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e du tit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du titre</a:t>
            </a:r>
          </a:p>
        </p:txBody>
      </p:sp>
      <p:sp>
        <p:nvSpPr>
          <p:cNvPr id="12" name="Texte niveau 1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3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du titre"/>
          <p:cNvSpPr txBox="1"/>
          <p:nvPr>
            <p:ph type="title"/>
          </p:nvPr>
        </p:nvSpPr>
        <p:spPr>
          <a:xfrm>
            <a:off x="755332" y="1759573"/>
            <a:ext cx="8560436" cy="121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/>
            <a:r>
              <a:t>Texte du titre</a:t>
            </a:r>
          </a:p>
        </p:txBody>
      </p:sp>
      <p:sp>
        <p:nvSpPr>
          <p:cNvPr id="3" name="Texte niveau 1…"/>
          <p:cNvSpPr txBox="1"/>
          <p:nvPr>
            <p:ph type="body" idx="1"/>
          </p:nvPr>
        </p:nvSpPr>
        <p:spPr>
          <a:xfrm>
            <a:off x="1510665" y="3209713"/>
            <a:ext cx="7049770" cy="1447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4" name="Numéro de diapositive"/>
          <p:cNvSpPr txBox="1"/>
          <p:nvPr>
            <p:ph type="sldNum" sz="quarter" idx="2"/>
          </p:nvPr>
        </p:nvSpPr>
        <p:spPr>
          <a:xfrm>
            <a:off x="9383712" y="5165725"/>
            <a:ext cx="190501" cy="19564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 sz="14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ctr" defTabSz="457200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ctr" defTabSz="457200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ctr" defTabSz="457200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ctr" defTabSz="457200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457200" algn="ctr" defTabSz="457200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914400" algn="ctr" defTabSz="457200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1371600" algn="ctr" defTabSz="457200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1828800" algn="ctr" defTabSz="457200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342900" marR="0" indent="-342900" algn="ctr" defTabSz="457200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342900" marR="0" indent="114300" algn="ctr" defTabSz="457200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342900" marR="0" indent="571500" algn="ctr" defTabSz="457200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342900" marR="0" indent="1028700" algn="ctr" defTabSz="457200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342900" marR="0" indent="1485900" algn="ctr" defTabSz="457200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342900" marR="0" indent="1943100" algn="ctr" defTabSz="457200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342900" marR="0" indent="2400300" algn="ctr" defTabSz="457200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342900" marR="0" indent="2857500" algn="ctr" defTabSz="457200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342900" marR="0" indent="3314700" algn="ctr" defTabSz="457200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457200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57200" algn="l"/>
          <a:tab pos="914400" algn="l"/>
          <a:tab pos="1371600" algn="l"/>
          <a:tab pos="1828800" algn="l"/>
          <a:tab pos="2286000" algn="l"/>
        </a:tabLst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1pPr>
      <a:lvl2pPr marL="0" marR="0" indent="457200" algn="r" defTabSz="457200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57200" algn="l"/>
          <a:tab pos="914400" algn="l"/>
          <a:tab pos="1371600" algn="l"/>
          <a:tab pos="1828800" algn="l"/>
          <a:tab pos="2286000" algn="l"/>
        </a:tabLst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2pPr>
      <a:lvl3pPr marL="0" marR="0" indent="914400" algn="r" defTabSz="457200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57200" algn="l"/>
          <a:tab pos="914400" algn="l"/>
          <a:tab pos="1371600" algn="l"/>
          <a:tab pos="1828800" algn="l"/>
          <a:tab pos="2286000" algn="l"/>
        </a:tabLst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3pPr>
      <a:lvl4pPr marL="0" marR="0" indent="1371600" algn="r" defTabSz="457200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57200" algn="l"/>
          <a:tab pos="914400" algn="l"/>
          <a:tab pos="1371600" algn="l"/>
          <a:tab pos="1828800" algn="l"/>
          <a:tab pos="2286000" algn="l"/>
        </a:tabLst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4pPr>
      <a:lvl5pPr marL="0" marR="0" indent="1828800" algn="r" defTabSz="457200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57200" algn="l"/>
          <a:tab pos="914400" algn="l"/>
          <a:tab pos="1371600" algn="l"/>
          <a:tab pos="1828800" algn="l"/>
          <a:tab pos="2286000" algn="l"/>
        </a:tabLst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5pPr>
      <a:lvl6pPr marL="0" marR="0" indent="0" algn="r" defTabSz="457200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57200" algn="l"/>
          <a:tab pos="914400" algn="l"/>
          <a:tab pos="1371600" algn="l"/>
          <a:tab pos="1828800" algn="l"/>
          <a:tab pos="2286000" algn="l"/>
        </a:tabLst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6pPr>
      <a:lvl7pPr marL="0" marR="0" indent="0" algn="r" defTabSz="457200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57200" algn="l"/>
          <a:tab pos="914400" algn="l"/>
          <a:tab pos="1371600" algn="l"/>
          <a:tab pos="1828800" algn="l"/>
          <a:tab pos="2286000" algn="l"/>
        </a:tabLst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7pPr>
      <a:lvl8pPr marL="0" marR="0" indent="0" algn="r" defTabSz="457200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57200" algn="l"/>
          <a:tab pos="914400" algn="l"/>
          <a:tab pos="1371600" algn="l"/>
          <a:tab pos="1828800" algn="l"/>
          <a:tab pos="2286000" algn="l"/>
        </a:tabLst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8pPr>
      <a:lvl9pPr marL="0" marR="0" indent="0" algn="r" defTabSz="457200" rtl="0" latinLnBrk="0">
        <a:lnSpc>
          <a:spcPct val="93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57200" algn="l"/>
          <a:tab pos="914400" algn="l"/>
          <a:tab pos="1371600" algn="l"/>
          <a:tab pos="1828800" algn="l"/>
          <a:tab pos="2286000" algn="l"/>
        </a:tabLst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logo_anssi.png" descr="logo_anssi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46955" y="764353"/>
            <a:ext cx="5664201" cy="5664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CC99"/>
      </a:accent1>
      <a:accent2>
        <a:srgbClr val="3333C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Times New Roman"/>
        <a:ea typeface="Times New Roman"/>
        <a:cs typeface="Times New Roman"/>
      </a:majorFont>
      <a:minorFont>
        <a:latin typeface="Helvetica"/>
        <a:ea typeface="Helvetica"/>
        <a:cs typeface="Helvetic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93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93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CC99"/>
      </a:accent1>
      <a:accent2>
        <a:srgbClr val="3333C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Times New Roman"/>
        <a:ea typeface="Times New Roman"/>
        <a:cs typeface="Times New Roman"/>
      </a:majorFont>
      <a:minorFont>
        <a:latin typeface="Helvetica"/>
        <a:ea typeface="Helvetica"/>
        <a:cs typeface="Helvetic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93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93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